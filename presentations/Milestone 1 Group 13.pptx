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Hey guys, we are skyfall webgpu</a:t>
            </a:r>
            <a:endParaRPr sz="25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01ba7f76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01ba7f76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For this project, we wanted to bring the Skyfall-GS pipeline into the browser using WebGPU. The idea is to take multi-view satellite images, reconstruct a 3D scene using Gaussian Splatting, and then render it in real time on the web. Essentially, we’re building a small Google-Earth-style viewer that runs entirely in the browser.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01abf56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01abf56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As part of milestone 1, we implemented modules to load and store data. Our program takes in two kinds of data: first, an initial 3D point cloud, and second, a set of satellite images with their corresponding camera settings. We have also implemented a render that renders the current point cloud into a camera’s view. These are the backbone when we move into the next step, which is optimizing the gaussians.</a:t>
            </a:r>
            <a:endParaRPr sz="16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01abf56b8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01abf56b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For this stage, we focused on constructing the Gaussian splats that represent the scene. So we take the 3d point cloud convert each of these points into Gaussian primitives — so we have position, orientation, scale, color, and opacity and together these form a smooth continuous representation of the scene rather than discrete points. The next step was to actually train the model and during this process the splats are optimised using a differentiable renderer that compares rendered views to real images. My GPU wasn't good enough to finish training in a reasonable amount of time with the same parameters as the paper so we had to adjust some like kernel size and gradient thresholds, and we also limited densification to a smaller number of iterations — which just means the model stops adding new splats earlier. As a result, we have a compact, decently-optimized Gaussian model that captures the geometry and appearance of the satellite scene, and this will serve as the foundation for the later IDU refinement stages.</a:t>
            </a:r>
            <a:endParaRPr sz="16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01abf56b8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01abf56b8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My part focused on adapting the Gaussian renderer to work inside our training pipeline.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 made the renderer fully dynamic — so instead of static buffers, it now supports loading, resizing, and live updates directly on GPU.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 also fixed the preprocessing and sort stages so they run smoothly each frame, and added map-style camera controls for intuitive navigation.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Here’s a short clip showing it running with Skyfall’s sample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.ply</a:t>
            </a:r>
            <a:r>
              <a:rPr lang="en" sz="1500">
                <a:solidFill>
                  <a:schemeClr val="dk1"/>
                </a:solidFill>
              </a:rPr>
              <a:t> data.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This will be our visualization backbone for the reconstruction stage in Milestone 2</a:t>
            </a:r>
            <a:endParaRPr sz="15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01abf56b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01abf56b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01abf56b8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01abf56b8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Next, we’ll hook this renderer directly into the training compute passes so we can visualize the reconstruction live.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We’ll also start displaying loss terms and camera paths, and implement the non-ML iterative refinement from Skyfall-GS.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That’ll take us into the full reconstruction stage for Milestone 2.</a:t>
            </a:r>
            <a:endParaRPr sz="17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mkSDXa5NFT_9sje2cfZp2LOThEZt1xM8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13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Yannick Gachnang, Lu Men, Calvin Lieu, Harry Guan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Skyfall GS Webgpu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4" title="Screenshot 2025-11-12 at 5.40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0" y="1703776"/>
            <a:ext cx="9144003" cy="335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Loading and Rendering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4695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Data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3D point cloud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a set of 2D satellite images + corresponding cameras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Render the 3D points into a camera’s view</a:t>
            </a:r>
            <a:endParaRPr sz="2200"/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b="0" l="17403" r="0" t="0"/>
          <a:stretch/>
        </p:blipFill>
        <p:spPr>
          <a:xfrm>
            <a:off x="6215725" y="1919075"/>
            <a:ext cx="2230800" cy="296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Gaussian Splat construction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71900" y="1344300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Convert 3D points into Gaussian primitives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Densify and prune to refine splat distribution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Tuned training parameters for faster convergence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Generated checkpoint models for later refinement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2700" y="3395575"/>
            <a:ext cx="5600480" cy="168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WebGPU renderer adaptation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Added shared GPU buffers for live updates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Integrated preprocess + sort for training compatibility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Implemented Google Maps–style camera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New default camera setup (top-down view)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WebGPU renderer adaptation (demo)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 title="Screencast From 2025-11-12 13-21-5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82950"/>
            <a:ext cx="9144000" cy="3460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 (Milestone 2)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Connect renderer to training compute passes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Visualize photometric / opacity loss during optimization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Integrate multi-view camera alignment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Begin non-ML refinement stage (curriculum updates)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